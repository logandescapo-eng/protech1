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 show="0"/>
    <p:sldId id="285" r:id="rId37" show="0"/>
    <p:sldId id="286" r:id="rId38" show="0"/>
    <p:sldId id="287" r:id="rId39" show="0"/>
    <p:sldId id="288" r:id="rId40" show="0"/>
    <p:sldId id="289" r:id="rId41" show="0"/>
    <p:sldId id="290" r:id="rId42" show="0"/>
    <p:sldId id="291" r:id="rId43" show="0"/>
    <p:sldId id="292" r:id="rId44" show="0"/>
    <p:sldId id="293" r:id="rId45" show="0"/>
    <p:sldId id="294" r:id="rId46" show="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Introduce yourself, the programme, and the project title. Mention this is an 8–10 minute defence of a full-stack marketplace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~8–10 minute defence. Backup slides follow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60 seconds. Make the problem relatable.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tier. Emphasise Nginx offloads static files, Django handles business logic, PostgreSQL is source of truth, Redis speeds up sessions and worker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differentiator. Mention Decimal + atomic DB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rubric table is in the technical report Appendix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panel. Offer live demo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questions. Have demo ready at http://localhost.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ProTech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BEAFE"/>
                </a:solidFill>
                <a:latin typeface="Calibri"/>
              </a:rPr>
              <a:t>Professional Services Marketplace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06324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End-of-Year Master's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2044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Calibri"/>
              </a:rPr>
              <a:t>IT Innovation in Business — Master's Degree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BEAFE"/>
                </a:solidFill>
                <a:latin typeface="Calibri"/>
              </a:rPr>
              <a:t>Web Technology in Business · Web Application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572000"/>
            <a:ext cx="39319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Manye Patrice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6636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BEAFE"/>
                </a:solidFill>
                <a:latin typeface="Calibri"/>
              </a:rPr>
              <a:t>June 07,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6692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github.com/logandescapo-eng/protech1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1.  Introduction, problem &amp; goals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2.  Business model &amp; growth projections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3.  System design &amp; architecture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4.  Implementation &amp; security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5.  Live demo (screenshots)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6.  Testing, deployment &amp; rubric alignment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7.  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 of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Introduction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3 of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ProTech — a marketplace connecting clients with skilled service workers.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End-of-year master's project: IT Innovation in Business.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Problems: poor discovery, payment risk, fragmented coordination, no admin oversight.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Solution: one Django platform with booking, escrow, reviews, and RBAC.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Clone-and-run via Docker for academic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4 of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Goals &amp; Business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Technical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Project goals: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Working client + worker marketplace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Django, Docker, Redis, tests, logging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Escrow with platform commission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Django Admin CMS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Who benefits: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Clients — search, book, pay safely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Workers — profile, jobs, wallet payouts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Platform — commission + subscriptions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5 of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Business Model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6 of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Business Model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Hybrid revenue: transaction commission + worker subscriptions.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Clients pay no membership — job price held in escrow until completion.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Commission implemented in escrow/services.py (default 5%).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Subscriptions (Starter / Professional / Premium) specified for production.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Charts below are illustrative projections, not audited forecasts.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7 of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Per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Monthly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Commission (on job completion):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Micro (&lt;$50): 8% or min $3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Standard: 5%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Commercial (&gt;$500): 3.5%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Worker subscriptions: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Starter — free, basic listing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Professional — $29/mo, −1% commission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Premium — $59/mo, featured 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8 of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Traffic Growth Projection</a:t>
            </a:r>
          </a:p>
        </p:txBody>
      </p:sp>
      <p:pic>
        <p:nvPicPr>
          <p:cNvPr id="4" name="Picture 3" descr="traffic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6249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Month 24: ~9,500 visitors/mo (illustrative)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9 of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Revenue Growth (MRR)</a:t>
            </a:r>
          </a:p>
        </p:txBody>
      </p:sp>
      <p:pic>
        <p:nvPicPr>
          <p:cNvPr id="4" name="Picture 3" descr="revenu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6249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Month 24: ~$50k MRR — commission +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10 of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Bookings &amp; GMV</a:t>
            </a:r>
          </a:p>
        </p:txBody>
      </p:sp>
      <p:pic>
        <p:nvPicPr>
          <p:cNvPr id="4" name="Picture 3" descr="bookings_gmv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6249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Completed jobs and gross merchandise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11 of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System Design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12 of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Calibri"/>
              </a:rPr>
              <a:t>Three-tier design — Docker Compose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234440"/>
            <a:ext cx="914400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325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39903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Browser → Nginx (port 80) → static files &amp; reverse proxy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12140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2468880"/>
            <a:ext cx="9144000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560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63347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Gunicorn → Django 5.2  |  users · bookings · reviews · escrow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35584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703320"/>
            <a:ext cx="9144000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7947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&amp;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86791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PostgreSQL 15  +  Redis 7 (sessions &amp; cache)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59028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937760"/>
            <a:ext cx="9144000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029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Cross-cutting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10235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RBAC · Escrow ledger · Logging · Django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13 of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Back-end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Django 5.2.15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ORM, auth, admin, security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Front-end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Jinja2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Server-rendered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PostgreSQL 15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Relational data + escrow ledger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Redis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Sessions and worker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 Compose + Nginx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Four-service stack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14 of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Escrow Payment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Client deposits demo funds → UserWallet.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Client books worker → Booking (pending).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Client funds escrow → EscrowHold created.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4. Worker completes job → release_escrow() runs.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5. Worker paid net of platform fee; transactions logged.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6. Cancel → refund_escrow() returns funds to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15 of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Implementation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16 of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Django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Security: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Email login, PBKDF2 hashing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CSRF, ORM, XSS escaping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RBAC (@user_type_required)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Secrets in .env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Code structure: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users/ bookings/ reviews/ escrow/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escrow/services.py — all money logic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Redis cache (300s worker search)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Logging → stdout + django.log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17 of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18 of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1 — Landing Page (Home)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19 of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2 — Client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http://localhost/user/dashboard/   |   Login: john@example.com / password123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20 of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3 — Worker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http://localhost/worker/dashboard/   |   Login: mike@example.com / password123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21 of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4 — Escrow Payment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http://localhost/booking/&lt;id&gt;/escrow/   |   Login: john@example.com / password123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22 of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Testing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23 of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Testing, Deployment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17 automated tests pass (python manage.py test).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GitHub Actions: flake8, migrate, test, /health/ on every push.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Docker: db · redis · backend · nginx — docker compose up --build.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Demo: john@example.com / mike@example.com — password123.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Health: http://localhost/health/ → {"status": "ok"}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24 of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Rubric Alignment (Summary)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943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Django + templates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templates/, Jinja2 env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Auth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users/decorators.py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 + Redis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docker-compose.yml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Tests +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 tests, ci.yml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Logging + security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settings.py, CSRF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25 of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26 of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Lessons, 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2344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Lessons learned: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Domain-split Django apps scale well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Flask→Django needed Jinja2 shim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Escrow needs Decimal + TXNs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Docker entrypoint seeds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Conclusion: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Full-stack brief met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Working escrow marketplace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Clear business model + growth path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Ready for live demo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IT Innovation in Business — Master's Degree  |  Slide 27 of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52044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BEAF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Manye Patrice  ·  IT Innovation in Business — Master's Degree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github.com/logandescapo-eng/protech1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74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65176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BACKUP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42900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Calibri"/>
              </a:rPr>
              <a:t>Additional material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  <a:latin typeface="Calibri"/>
              </a:rPr>
              <a:t>Hidden from main slideshow — use during Q&amp;A if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User Growth</a:t>
            </a:r>
          </a:p>
        </p:txBody>
      </p:sp>
      <p:pic>
        <p:nvPicPr>
          <p:cNvPr id="4" name="Picture 3" descr="user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6254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Registered client and worker accounts (24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Revenue Mix</a:t>
            </a:r>
          </a:p>
        </p:txBody>
      </p:sp>
      <p:pic>
        <p:nvPicPr>
          <p:cNvPr id="4" name="Picture 3" descr="revenue_mix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5459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Subscription share of MRR after Month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Full Use Case 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Register &amp; login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Visitor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Reset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UC-05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Browse workers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Create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UC-07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 booking status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 / Worker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Fund escrow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UC-09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Release / refund escrow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Leave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UC-11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Admin CRUD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Staff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ER Diagram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75940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Core database schema (users, bookings, escrow,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Escrow Sequence</a:t>
            </a:r>
          </a:p>
        </p:txBody>
      </p:sp>
      <p:pic>
        <p:nvPicPr>
          <p:cNvPr id="4" name="Picture 3" descr="escrow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5855" cy="7231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Runtime flow: deposit → book → fund → complete →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5 — Browse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http://localhost/workers/   |   Login: john@example.com / password123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Figure 6 — Django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5855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[ INSERT SCREENSHOT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44068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1E3A8A"/>
                </a:solidFill>
                <a:latin typeface="Calibri"/>
              </a:rPr>
              <a:t>URL: http://localhost/admin/   |   Login: Superuser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PowerPoint: Insert → Pictures, or drag image into the dashed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Full Rubric Alignment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760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Django + templates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Django 5.2 + Jinja2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templates/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Auth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Login, @user_type_required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users/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Password reset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/password-reset/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users/urls.py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Admin CMS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Django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/admin/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CSRF, hashing, .env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settings.py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17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manage.py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 services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docker-compose.yml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Redis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cache_utils.py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300s worker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Logging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Per-app loggers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logs/django.log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Linting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flake8 + black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ci.yml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Demo wallet only — no live payment provider integrated.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Worker subscriptions specified but not yet coded.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No WebSocket real-time messaging.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17 tests — no browser E2E suite yet.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Growth charts are illustrative, not market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 —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Rochet &amp; Tirole (2003) — two-sided markets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Evans &amp; Schmalensee (2016) — Matchmakers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OWASP Top Ten (2021) — web security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Django, PostgreSQL, Redis, Docker documentation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Fielding (2000); Fowler (2002) — architecture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Calibri"/>
              </a:rPr>
              <a:t>Manye Patrice  |  BACKUP SLIDE  |  Slide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